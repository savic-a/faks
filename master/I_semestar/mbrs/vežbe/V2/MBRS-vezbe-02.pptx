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embeddedFontLst>
    <p:embeddedFont>
      <p:font typeface="Arial Narrow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6" roundtripDataSignature="AMtx7mgM0jEQ46JKuETraYWVIlb5n/69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alNarrow-bold.fntdata"/><Relationship Id="rId12" Type="http://schemas.openxmlformats.org/officeDocument/2006/relationships/font" Target="fonts/Arial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alNarrow-boldItalic.fntdata"/><Relationship Id="rId14" Type="http://schemas.openxmlformats.org/officeDocument/2006/relationships/font" Target="fonts/ArialNarrow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 rot="5400000">
            <a:off x="2143125" y="-417513"/>
            <a:ext cx="485775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200" y="1268413"/>
            <a:ext cx="4038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48200" y="1268413"/>
            <a:ext cx="4038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  <a:defRPr b="0" i="0" sz="2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  <a:defRPr b="0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Char char="•"/>
              <a:defRPr b="0" i="0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–"/>
              <a:defRPr b="0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Char char="»"/>
              <a:defRPr b="0" i="0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  <a:defRPr b="0" i="0" sz="1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3907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Metodologije brzog razvoja softvera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Vežbe br. </a:t>
            </a:r>
            <a:r>
              <a:rPr lang="en-US" sz="1400"/>
              <a:t>2</a:t>
            </a:r>
            <a:r>
              <a:rPr b="0" i="0" lang="en-US" sz="14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 – Implementacija generatora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Gordana Milosavljević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Katedra za informatiku, FTN, Novi Sad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b="0" i="0" lang="en-US" sz="36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Struktura generatora / Generator structure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0" y="2157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0" y="2157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93" name="Google Shape;93;p2"/>
          <p:cNvGraphicFramePr/>
          <p:nvPr/>
        </p:nvGraphicFramePr>
        <p:xfrm>
          <a:off x="250825" y="1196975"/>
          <a:ext cx="8893175" cy="5118100"/>
        </p:xfrm>
        <a:graphic>
          <a:graphicData uri="http://schemas.openxmlformats.org/presentationml/2006/ole">
            <mc:AlternateContent>
              <mc:Choice Requires="v">
                <p:oleObj r:id="rId4" imgH="5118100" imgW="8893175" progId="Word.Picture.8" spid="_x0000_s1">
                  <p:embed/>
                </p:oleObj>
              </mc:Choice>
              <mc:Fallback>
                <p:oleObj r:id="rId5" imgH="5118100" imgW="8893175" progId="Word.Picture.8">
                  <p:embed/>
                  <p:pic>
                    <p:nvPicPr>
                      <p:cNvPr id="93" name="Google Shape;93;p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50825" y="1196975"/>
                        <a:ext cx="8893175" cy="511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b="0" i="0" lang="en-US" sz="36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Paketi u projektu/ Project packages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Intermediate data structure: myplugin.generator.fmmodel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Model Analizer: myplugin.analizer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generators: myplugin.generator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project options: myplugin.generator.options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tests: testTemplates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freemarker templates: resources/templates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4652962"/>
            <a:ext cx="78486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6011862" y="4581525"/>
            <a:ext cx="2447925" cy="122396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867400" y="5949950"/>
            <a:ext cx="30241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myplugin.MainMenuConfigurator, myplugin.GenerateAction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b="0" i="0" lang="en-US" sz="36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Generisanja paketa/ Package generation</a:t>
            </a:r>
            <a:endParaRPr/>
          </a:p>
        </p:txBody>
      </p:sp>
      <p:pic>
        <p:nvPicPr>
          <p:cNvPr id="108" name="Google Shape;10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989137"/>
            <a:ext cx="22320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989137"/>
            <a:ext cx="429577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3132137" y="2636837"/>
            <a:ext cx="935037" cy="43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39750" y="4365625"/>
            <a:ext cx="7993062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1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package ejb.Ordering.OrderInvoice;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public class Order {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private Set&lt;OrderItem&gt; orderItem = new HashSet&lt;OrderItem&gt;();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private Set&lt;Payment&gt; payment = new HashSet&lt;Payment&gt;();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private Invoice invoice;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private Integer orderNumber;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......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539750" y="1484312"/>
            <a:ext cx="3708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MBRSExample.mdzip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7308850" y="2781300"/>
            <a:ext cx="1081087" cy="215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 flipH="1">
            <a:off x="4716462" y="2924175"/>
            <a:ext cx="2663825" cy="158432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b="0" i="0" lang="en-US" sz="36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Skica profila za modelovanje korisničkog interfejsa/ User Interface Profile Sketch</a:t>
            </a:r>
            <a:endParaRPr/>
          </a:p>
        </p:txBody>
      </p:sp>
      <p:pic>
        <p:nvPicPr>
          <p:cNvPr id="120" name="Google Shape;120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268412"/>
            <a:ext cx="213360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611187" y="2492375"/>
            <a:ext cx="2447925" cy="36036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7675" y="2781300"/>
            <a:ext cx="5040312" cy="3744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 rot="5400000">
            <a:off x="3241675" y="2455862"/>
            <a:ext cx="574675" cy="504825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435600" y="5949950"/>
            <a:ext cx="3708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b="0" i="0" lang="en-US" sz="1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UserInterfaceProfile.mdzip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457200" y="274637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Narrow"/>
              <a:buNone/>
            </a:pPr>
            <a:r>
              <a:rPr b="0" i="0" lang="en-US" sz="3600" u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Definisanje UML Profila / UML Profile Definition</a:t>
            </a:r>
            <a:endParaRPr/>
          </a:p>
        </p:txBody>
      </p:sp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457200" y="1268412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UML Profile Definition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create new MagicDraw 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create profile elements (stereotypes, tags, constraints...) – Profiling Mechanisam toolbar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share profile package(s) (File-&gt;Share Packages)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Profile Usage: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open your model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File-&gt;Use module... (choose previously defined profile with shared package(s)) </a:t>
            </a:r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2950" y="2636837"/>
            <a:ext cx="1655762" cy="20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6696075" y="3068637"/>
            <a:ext cx="2447925" cy="17287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2010-11-14T20:09:09Z</dcterms:created>
  <dc:creator>Gordana Milosavljevic</dc:creator>
</cp:coreProperties>
</file>