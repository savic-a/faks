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0" roundtripDataSignature="AMtx7mjU3EqaAfGgZOM4ayQ/eguElaGi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457a79dc5_0_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10457a79dc5_0_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457a79dc5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10457a79dc5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457a79dc5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10457a79dc5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0457a79dc5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10457a79dc5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"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2"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7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8"/>
          <p:cNvSpPr txBox="1"/>
          <p:nvPr>
            <p:ph idx="1"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9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"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2"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3"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"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2"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3"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"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2"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"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2"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3"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4"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"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2"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5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"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2"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/>
          <p:nvPr>
            <p:ph idx="1"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0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"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2"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3"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1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1"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1"/>
          <p:cNvSpPr txBox="1"/>
          <p:nvPr>
            <p:ph idx="2"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1"/>
          <p:cNvSpPr txBox="1"/>
          <p:nvPr>
            <p:ph idx="3"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2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2"/>
          <p:cNvSpPr txBox="1"/>
          <p:nvPr>
            <p:ph idx="1"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2"/>
          <p:cNvSpPr txBox="1"/>
          <p:nvPr>
            <p:ph idx="2"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2"/>
          <p:cNvSpPr txBox="1"/>
          <p:nvPr>
            <p:ph idx="3"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3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3"/>
          <p:cNvSpPr txBox="1"/>
          <p:nvPr>
            <p:ph idx="1"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3"/>
          <p:cNvSpPr txBox="1"/>
          <p:nvPr>
            <p:ph idx="2"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4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4"/>
          <p:cNvSpPr txBox="1"/>
          <p:nvPr>
            <p:ph idx="1"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4"/>
          <p:cNvSpPr txBox="1"/>
          <p:nvPr>
            <p:ph idx="2"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4"/>
          <p:cNvSpPr txBox="1"/>
          <p:nvPr>
            <p:ph idx="3"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4"/>
          <p:cNvSpPr txBox="1"/>
          <p:nvPr>
            <p:ph idx="4"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5"/>
          <p:cNvSpPr txBox="1"/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5"/>
          <p:cNvSpPr txBox="1"/>
          <p:nvPr>
            <p:ph idx="1"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5"/>
          <p:cNvSpPr txBox="1"/>
          <p:nvPr>
            <p:ph idx="2"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0" type="dt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1" type="ft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30"/>
          <p:cNvSpPr txBox="1"/>
          <p:nvPr>
            <p:ph idx="1" type="body"/>
          </p:nvPr>
        </p:nvSpPr>
        <p:spPr>
          <a:xfrm>
            <a:off x="457200" y="1604520"/>
            <a:ext cx="804636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32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nomagic.com/display/MD185/Plugin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drive/u/2/folders/1sZFj92sX9n9K-ZJzSI0Ra95w4YfOJh9R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en.wikipedia.org/wiki/8.3_filenam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/>
        </p:nvSpPr>
        <p:spPr>
          <a:xfrm>
            <a:off x="990600" y="1295400"/>
            <a:ext cx="7315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MagicDraw plugin development u Eclipse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143000" y="6019800"/>
            <a:ext cx="441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Ivan Vasiljević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457a79dc5_0_20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 ovoj prezentaciji objašnjeno kako se Eclipse koristi za razvoj MagicDraw plugin-ova.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Osnova za rad će biti već postojeći projekat kojeg ste dobili u materijalima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Dokumentacija o MagicDraw plugin development se nalazi na sledećem 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linku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0457a79dc5_0_20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Za kreiranje MagicDraw plugina MagicDraw biblioteke (jar-ovi) moraju biti dodati u build path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Svaki plugin koji se pravi mora biti novi java projekat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Potrebne biblioteke treba dodati u path varijablu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varijabla omogućava jednostavno menjanje verzije MagicDraw-a za koji pravimo plugin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Biblioteke koje su potrebne mogu se naći u direktorijumu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&lt;MAGIC_DRAW_INSTALL_DIR&gt;\lib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Varijabla se dodaje u dijalogu Preferences Eclipse radnog okruženja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rav\Desktop\pref.png"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981809"/>
            <a:ext cx="5681663" cy="453623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381000" y="1371600"/>
            <a:ext cx="5910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Preferences dijalog Eclipse radnog okruženja: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Podmeni u kome se dodaje varijabla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Java-&gt;Build Path-&gt;User Libraries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rav\Desktop\prefUserLib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667000"/>
            <a:ext cx="4571999" cy="393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Pritisnuti dugme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novom dijalogu uneti naziv varijable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MAGIC_DRAW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zatim pritsnuti dugme OK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rav\Desktop\newUserLib.png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3352800"/>
            <a:ext cx="2867025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varijablu MAGIC_DRAW treba dodati biblioteke MagicDraw-a. Pritisnite dugme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External JARS..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Treba odabrati sve jar-ove iz foldera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&lt;MAGIC_DRAW_INSTALL_DIR&gt;\lib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Napomena, pored onih koji se nalaze u datom folderu, treba dodati i jar-ove iz podfoldera.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rav\Desktop\prefAddExternalJAR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286000"/>
            <a:ext cx="5562600" cy="435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6477000" y="3733800"/>
            <a:ext cx="990600" cy="228600"/>
          </a:xfrm>
          <a:prstGeom prst="frame">
            <a:avLst>
              <a:gd fmla="val 12500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685800" y="1371600"/>
            <a:ext cx="78486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Izgled dijaloga kada je dodata varijabla ali nisu dodate biblioteke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Izgled dijaloga sa uspešno dodatim bibliotekama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286000"/>
            <a:ext cx="54102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457200" y="28433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Razvoj plugina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 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adrese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skinuti projekat sa primerom MagicDraw plugina.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Otvoriti dati projekat u Eclipse radnom okruženju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Kada je projekat otvoren pomoću Eclipsa potrebno je podesiti build path za projekat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Razvoj plugina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457200" y="1600200"/>
            <a:ext cx="8229240" cy="167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Podešavanje bild patha se vrši tako što se klikne desnim tasterom miša na projekat i u opciji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Path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odabere podopcija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Configure Build Path...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rav\Desktop\buildPath.png"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048000"/>
            <a:ext cx="5983287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Razvoj plugina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457200" y="1600200"/>
            <a:ext cx="8229240" cy="167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dijalogu projekta potrebno je obrisati sve referencirane biblioteke, tako da ostane samo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JRE System Library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120" y="3048120"/>
            <a:ext cx="4723920" cy="3601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0457a79dc5_0_0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Razvoj plugina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10457a79dc5_0_0"/>
          <p:cNvSpPr txBox="1"/>
          <p:nvPr/>
        </p:nvSpPr>
        <p:spPr>
          <a:xfrm>
            <a:off x="457350" y="1417375"/>
            <a:ext cx="8229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dijalogu projekta, ako je za JRE System Library postavljena verzija jave veća od 7, kliknite na Edit, i stavite da je Execution Environment za javu 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g10457a79dc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212" y="2713600"/>
            <a:ext cx="6043575" cy="40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Razvoj plugina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Posle toga potrebno je dodati ranije definisanu path varijablu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 prethodnom dijalogu pritisne se dugme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Library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zatim odabere element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Library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Pritisne se dugme Next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Razvoj plugina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rav\Desktop\addLib.png"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981200"/>
            <a:ext cx="5076825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 txBox="1"/>
          <p:nvPr/>
        </p:nvSpPr>
        <p:spPr>
          <a:xfrm>
            <a:off x="457200" y="1371600"/>
            <a:ext cx="72444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Dijalog za odabir tipa biblioteke koju dodajemo: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Razvoj plugina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 sledećem dijalogu odabere se prethodno definisana varijabla MAGIC_DRAW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Pritisne se dugme Finish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rav\Desktop\addLib2.png" id="217" name="Google Shape;2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3121626"/>
            <a:ext cx="3697235" cy="35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0457a79dc5_0_7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Razvoj plugina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10457a79dc5_0_7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za kraj, kako biste mogli da radite sa XStream i FreeMarker bibliotekama, kliknite na dugme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External Jars…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dodajte ih iz folder lib samog PluginDevelopment projekta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g10457a79dc5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325" y="3726850"/>
            <a:ext cx="5915025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 projekat može da se pokreće direktno iz Eclipse radnog okruženja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 bi to omogućilo treba da se uradi  podešavanja u dijalogu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Configuration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samom dijalogu potrebno je definisati novo podešavanje za pokretanje Java aplikacije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novom podešavanju koje ćemo nazvati Start MagicDraw potrebno je uneti Main klasu, u test projektu to je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com.nomagic.magicdraw.Main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286000"/>
            <a:ext cx="5629320" cy="4296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 txBox="1"/>
          <p:nvPr/>
        </p:nvSpPr>
        <p:spPr>
          <a:xfrm>
            <a:off x="381000" y="1295400"/>
            <a:ext cx="773237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Dijalog za podešavanje parametra aplikacije koja 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pokreće: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Pored ovoga potrbno je u kartici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Arguments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uneti još neke podatke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Kao Program arguments treba upisati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–verbose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kako bi se izlaz MagicDraw-a direktno ispisivao u konzolu Eclipsa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Za VM arguments treba uneti sledeće: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Xmx800M -XX:PermSize=4M -XX:MaxPermSize=135m -Dinstall.root=“&lt;MAGIC_DRAW_INSTALL_DIR&gt;"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Kada je MagicDraw instaliran u na putanji u kojoj se nalazi znak ‘ ‘, mora se dodatno paziti kako se zadaje parametar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-Dinstall.root</a:t>
            </a:r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Ako smo instalirali MagicDraw na sledećoj putanji: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C:\Program Files\MagicDraw UML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Ako za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VM arguments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unesemo sledeće: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Xmx800M -XX:PermSize=4M -XX:MaxPermSize=135m -Dinstall.root=“C:\Program Files\MagicDraw UML”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nećemo uspeti da pokrenemo MagicDraw iz Eclipse radnog okruženja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Postoje dva načina na koji se može rešiti ovaj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Korišćenjem short filename u Windows-u.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Šta je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short filename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možete pronaći ovoj </a:t>
            </a:r>
            <a:r>
              <a:rPr b="0" i="0" lang="en-US" sz="20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adresi.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Program Files bi tada bio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progra~1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na 64-bitnom Windowsu progra~1 je 64-bitni Program Files, dok je progra~2 32-bitni Program Files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MagicDraw UML bi tada bio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magicd~1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filename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nije case sensitive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Tada bi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VM arguments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izgledao ovako: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Xmx800M -XX:PermSize=4M -XX:MaxPermSize=135m -Dinstall.root=“C:\ progra~1\magicd~1”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Drugi način za ovo je kroz Eclipse radno okruženje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Window-&gt;Perferences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diajlogu u meniju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Run/Debug-&gt;String Substituion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uneti kao varijable imena foldera koji sadrže razmak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Izgled dijaloga za unos varijabli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rav\Desktop\subString.png"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209800"/>
            <a:ext cx="7050087" cy="43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Zatim se pritisne dugme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New...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novo otvorenom dijalogu za naš primer treba uneti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PROGRAM_FILES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kao ime varijable, 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Files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kao vrednost varijable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Isti postupak treba ponoviti i za varijablu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MAGIC_DRAW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koja treba da ima vrednost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MagicDraw UML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rav\Desktop\md.png" id="275" name="Google Shape;2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3657600"/>
            <a:ext cx="404812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Tada bi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VM arguments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izgledao ovako: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Xmx800M -XX:PermSize=4M -XX:MaxPermSize=135m -Dinstall.root=“C:\ ${PROGRAM_FILES}\${MAGIC_DRAW}”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Varijable koje su definisane u Eclipse radnom okruženju koriste se tako što se navede ${ zatim ime varijable, a zatim }.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Pokretanje MagicDraw-a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457200" y="1371600"/>
            <a:ext cx="808311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Prikaz kako treba da izgled kartica Arguments kada je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sve dobro podešeno: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rav\Desktop\runArguments.png" id="288" name="Google Shape;2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286000"/>
            <a:ext cx="7426325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Debug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MagicDraw ako je sve dobro podešeno trebao da se pokrene u Debug modu.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Moguće je koristiti break points, watchers i druge debag mogućnosti Eclipse radnog okruženja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Metode plugina mogu da se izmene i osveže bez isključivanja MagicDraw aplikacije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Preproučljivo je da se MagicDraw pokrene u debug modu dok se razvija plugin za MagicDraw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0457a79dc5_0_14"/>
          <p:cNvSpPr txBox="1"/>
          <p:nvPr/>
        </p:nvSpPr>
        <p:spPr>
          <a:xfrm>
            <a:off x="457200" y="43705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10457a79dc5_0_14"/>
          <p:cNvSpPr txBox="1"/>
          <p:nvPr/>
        </p:nvSpPr>
        <p:spPr>
          <a:xfrm>
            <a:off x="457200" y="1012775"/>
            <a:ext cx="8229300" cy="5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4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trenutku kada biste želeli da imate dostupan plug-in i bez Eclipse-a, potrebno je odraditi build aplikacije i prenos artefakata u Plugins folder MagicDraw instalacije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Char char="•"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tu svrhu, napravljena je ant skripta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Char char="•"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Kako bi skripta imala prava da prenese artefakte u pravima zaštićen folder (Program Files), otvorite Eclipse u administratorskom režimu rada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Char char="•"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Zatim, podesite MAGICDRAW_HOME vrednost u build.properties datoteci 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Char char="•"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Za run skripte: desni klik na build.xml -&gt; Run as -&gt; Ant Build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Podžano je pravljenje testova uz pomoć JUnit 3.x biblioteke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MagicDraw testovi se izvtšavaju kao obični testovi u Eclipse radnom okruženju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Treba odabrati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Run-&gt;Run As-&gt;JUnit Test Cases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 bi ovo radilo treba podesiti veličinu heap-a i MagicDraw instalacioni direktorijum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Ovo se radi u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Configurations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dijalogu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rav\Desktop\jtest.png" id="312" name="Google Shape;3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625" y="2180875"/>
            <a:ext cx="6596064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8"/>
          <p:cNvSpPr txBox="1"/>
          <p:nvPr/>
        </p:nvSpPr>
        <p:spPr>
          <a:xfrm>
            <a:off x="395964" y="1295400"/>
            <a:ext cx="874803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Prikaz kako treba da izgleda podešavanje VM argumenata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 pokretanje testova: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•"/>
            </a:pPr>
            <a:r>
              <a:rPr b="0" i="0" lang="en-US" sz="8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SRETAN RAZVOJ!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mrav</dc:creator>
</cp:coreProperties>
</file>