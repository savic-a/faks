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Q5oxGv7Bc3NUEduiPnamB4lMp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0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066b66f7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066b66f77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 rot="5400000">
            <a:off x="2143125" y="-417513"/>
            <a:ext cx="485775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  <a:defRPr sz="3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4038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2"/>
          </p:nvPr>
        </p:nvSpPr>
        <p:spPr>
          <a:xfrm>
            <a:off x="4648200" y="1268413"/>
            <a:ext cx="4038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»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omagic.com/display/MD185/Using+StereotypesHelpe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agicdraw.com/files/manuals/MagicDraw%20OpenAPI%20UserGuide.pdf" TargetMode="External"/><Relationship Id="rId4" Type="http://schemas.openxmlformats.org/officeDocument/2006/relationships/hyperlink" Target="http://jdocs.nomagic.com/18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3907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b="0" i="0" u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Metodologije</a:t>
            </a: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brzog</a:t>
            </a: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razvoja</a:t>
            </a: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softvera</a:t>
            </a:r>
            <a:b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dirty="0" err="1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Vežbe</a:t>
            </a:r>
            <a:r>
              <a:rPr lang="en-US" sz="1400" b="0" i="0" u="none" dirty="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 br. </a:t>
            </a:r>
            <a:r>
              <a:rPr lang="sr-Latn-RS" sz="1400"/>
              <a:t>4</a:t>
            </a:r>
            <a:r>
              <a:rPr lang="en-US" sz="14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1400" b="0" i="0" u="none" dirty="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– Rad </a:t>
            </a:r>
            <a:r>
              <a:rPr lang="en-US" sz="1400" b="0" i="0" u="none" dirty="0" err="1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sa</a:t>
            </a:r>
            <a:r>
              <a:rPr lang="en-US" sz="1400" b="0" i="0" u="none" dirty="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1400" b="0" i="0" u="none" dirty="0" err="1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stereotipovima</a:t>
            </a:r>
            <a:r>
              <a:rPr lang="en-US" sz="1400" b="0" i="0" u="none" dirty="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 (</a:t>
            </a:r>
            <a:r>
              <a:rPr lang="en-US" sz="1400" b="0" i="0" u="none" dirty="0" err="1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openapi</a:t>
            </a:r>
            <a:r>
              <a:rPr lang="en-US" sz="1400" b="0" i="0" u="none" dirty="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)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Gordana Milosavljević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Katedra za informatiku, FTN, Novi Sad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2020.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lang="en-US" sz="36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StereotypesHelper 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StereotypesHelper</a:t>
            </a: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– statička klasa iz openapi biblioteke koja pomaže kod rada sa stereotipovima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omogućava programsko: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kreiranje stereotipova i tagova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otkrivanje pridruženih stereotipova i čitanje vrednosti njihovih tagova</a:t>
            </a:r>
            <a:endParaRPr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endParaRPr sz="20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lang="en-US" sz="36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Čitanje pridruženih stereotipova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preuzimanje  pridruženog stereotipa na osnovu njegovog imena:</a:t>
            </a:r>
            <a:endParaRPr sz="2000" b="0" i="0" u="non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endParaRPr sz="1800" b="0" i="0" u="non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static Stereotype </a:t>
            </a:r>
            <a:r>
              <a:rPr lang="en-US" sz="18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getAppliedStereotypeByString 	</a:t>
            </a:r>
            <a: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(Element element, String stereotype)</a:t>
            </a:r>
            <a:r>
              <a:rPr lang="en-US" sz="20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Primer:</a:t>
            </a:r>
            <a:endParaRPr sz="2400" b="1" i="0" u="non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for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(Iterator&lt;Element&gt; it =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pack.getOwnedElement().iterator(); it.hasNext();) {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Element ownedElement = it.next();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if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(ownedElement </a:t>
            </a:r>
            <a:r>
              <a:rPr lang="en-US" sz="14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instanceof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Class) {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Class cl = (Class)ownedElement;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Stereotype s = StereotypesHelper.</a:t>
            </a:r>
            <a:r>
              <a:rPr lang="en-US" sz="1400" b="0" i="1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getAppliedStereotypeByString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(cl, 			"StandardForm")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en-US" sz="14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(s != </a:t>
            </a:r>
            <a:r>
              <a:rPr lang="en-US" sz="14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null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 {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   // preuzimanje podataka o standardnoj formi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}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lang="en-US" sz="36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Čitanje pridruženih stereotipova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čitanje svih stereotipova koji su pridruženi određenom elementu modela: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StereotypeHelper.getStereotypes(Element)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čitanje svih stereotipova, zajedno sa njihovim precima, koji su pridruženi određenom elementu modela: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StereotypeHelper.getStereotypeHierarchy(Element)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lang="en-US" sz="36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Preuzimanje vrednosti tagova</a:t>
            </a:r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Vrednost taga se zove slot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Metode: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–"/>
            </a:pPr>
            <a:r>
              <a:rPr lang="en-US" sz="1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Preuzimanje vrednosti kao liste objekata: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en-US" sz="16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static List </a:t>
            </a:r>
            <a:r>
              <a:rPr lang="en-US" sz="16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getStereotypePropertyValue </a:t>
            </a:r>
            <a:r>
              <a:rPr lang="en-US" sz="16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(Element element, Stereotype stereotype, Property property)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endParaRPr sz="1600" b="0" i="0" u="non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–"/>
            </a:pPr>
            <a:r>
              <a:rPr lang="en-US" sz="1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Preuzimanje vrednosti kao liste stringova:</a:t>
            </a:r>
            <a:endParaRPr sz="1600" b="0" i="0" u="non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en-US" sz="16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static List &lt;String&gt;  </a:t>
            </a:r>
            <a:r>
              <a:rPr lang="en-US" sz="16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getStereotypePropertyValueAsString </a:t>
            </a:r>
            <a:r>
              <a:rPr lang="en-US" sz="16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(Element element, Stereotype stereotype, String propertyName)         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b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lang="en-US" sz="36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Primer 1:</a:t>
            </a:r>
            <a:endParaRPr/>
          </a:p>
        </p:txBody>
      </p:sp>
      <p:sp>
        <p:nvSpPr>
          <p:cNvPr id="115" name="Google Shape;115;p6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.....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Class cl;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....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Stereotype s = StereotypesHelper.</a:t>
            </a:r>
            <a:r>
              <a:rPr lang="en-US" sz="1400" b="0" i="1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getAppliedStereotypeByString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(cl, 			"StandardForm");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(s != </a:t>
            </a:r>
            <a:r>
              <a:rPr lang="en-US" sz="14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null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 {    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// prolazak kroz tagove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List&lt;Property&gt; attributes = s.getOwnedAttribute();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for (int j = 0; j &lt; attributes.size(); ++j)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{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    Property tagDef = attributes.get(j);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    // preuzimanje vrednosti tagova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    List value = StereotypesHelper.getStereotypePropertyValue(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                         element, s, tagDef.getName());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    for (int k = 0; k &lt; value.size(); ++k)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    {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        	// jedna vrednost (tag može imati više vrednosti)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        Object tagValue = (Object) value.get(j);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    }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}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lang="en-US" sz="36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Primer 2:</a:t>
            </a:r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Pomoćna metoda (za tagove čija je gornja granica 1)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</a:pPr>
            <a:endParaRPr sz="1400" b="0" i="0" u="non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private String getTagValue(Element el, Stereotype s, String tagName) {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List&lt;String&gt; value = StereotypesHelper.</a:t>
            </a:r>
            <a:r>
              <a:rPr lang="en-US" sz="1400" b="0" i="1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getStereotypePropertyValueAsString (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el, s, tagName);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if (value == null)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return null;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if (value.size() == 0)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return null;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return value.get(0);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lang="en-US" sz="36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Programsko kreiranje stereotipova i tagova</a:t>
            </a:r>
            <a:endParaRPr/>
          </a:p>
        </p:txBody>
      </p:sp>
      <p:sp>
        <p:nvSpPr>
          <p:cNvPr id="127" name="Google Shape;127;p8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može se iskoristiti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za kreiranje specifičnih transformacija modela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za razvoj pomoćnih alata koji olakšavaju modelovanje razvojnom timu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lang="en-US" sz="36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Primena stereotipa na element modela</a:t>
            </a:r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Pridruživanje stereotipova elementu modela: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static void </a:t>
            </a:r>
            <a:r>
              <a:rPr lang="en-US" sz="18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addStereotype </a:t>
            </a:r>
            <a: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(Element element, Stereotype stereotype)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static void </a:t>
            </a:r>
            <a:r>
              <a:rPr lang="en-US" sz="18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addStereotypeByString </a:t>
            </a:r>
            <a: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(Element element, String stereotype)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endParaRPr sz="1800" b="0" i="0" u="non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Dodela vrednosti tagovima:</a:t>
            </a:r>
            <a:endParaRPr sz="1800" b="0" i="0" u="non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static void </a:t>
            </a:r>
            <a:r>
              <a:rPr lang="en-US" sz="18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setStereotypePropertyValue</a:t>
            </a:r>
            <a: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(Element element, Stereotype stereotype, String propertyName, Object value)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endParaRPr sz="1800" b="0" i="0" u="non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static void </a:t>
            </a:r>
            <a:r>
              <a:rPr lang="en-US" sz="18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setStereotypePropertyValue</a:t>
            </a:r>
            <a: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(Element element, Stereotype stereotype, String propertyName, Object value, boolean appendValues) </a:t>
            </a:r>
            <a:b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en-US" sz="18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         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 Narrow"/>
              <a:buNone/>
            </a:pPr>
            <a:r>
              <a:rPr lang="en-US" sz="6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Primer</a:t>
            </a:r>
            <a:endParaRPr/>
          </a:p>
        </p:txBody>
      </p: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for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(Iterator&lt;Element&gt; it =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pack.getOwnedElement().iterator(); it.hasNext();) {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Element ownedElement = it.next();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if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(ownedElement </a:t>
            </a:r>
            <a:r>
              <a:rPr lang="en-US" sz="14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instanceof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Class) {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Class cl = (Class)ownedElement;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//pridruzivanje stereotipa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StereotypesHelper.addStereotype(cl, "StandardForm");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Stereotype s = StereotypesHelper.</a:t>
            </a:r>
            <a:r>
              <a:rPr lang="en-US" sz="1400" b="0" i="1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getAppliedStereotypeByString</a:t>
            </a: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(cl, 			"StandardForm")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//dodela vrednosti tagu label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		StereotypesHelper.setStereotypePropertyValue(cl, s,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</a:pPr>
            <a:r>
              <a:rPr lang="en-US"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                                          “label", “standardna forma");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None/>
            </a:pPr>
            <a:r>
              <a:rPr lang="en-US" sz="1400" b="0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</a:pPr>
            <a:endParaRPr sz="28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</a:pPr>
            <a:endParaRPr sz="28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66b66f773_0_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Linkovi</a:t>
            </a:r>
            <a:endParaRPr/>
          </a:p>
        </p:txBody>
      </p:sp>
      <p:sp>
        <p:nvSpPr>
          <p:cNvPr id="145" name="Google Shape;145;g1066b66f773_0_0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Using StereotypesHelper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StereotypesHelper Javadoc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OpenAPI User Guide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</Words>
  <Application>Microsoft Office PowerPoint</Application>
  <PresentationFormat>On-screen Show (4:3)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Narrow</vt:lpstr>
      <vt:lpstr>Courier</vt:lpstr>
      <vt:lpstr>Default Design</vt:lpstr>
      <vt:lpstr>Metodologije brzog razvoja softvera Vežbe br. 4 – Rad sa stereotipovima (openapi)</vt:lpstr>
      <vt:lpstr>StereotypesHelper </vt:lpstr>
      <vt:lpstr>Čitanje pridruženih stereotipova</vt:lpstr>
      <vt:lpstr>Čitanje pridruženih stereotipova</vt:lpstr>
      <vt:lpstr>Preuzimanje vrednosti tagova</vt:lpstr>
      <vt:lpstr>Primer 1:</vt:lpstr>
      <vt:lpstr>Primer 2:</vt:lpstr>
      <vt:lpstr>Programsko kreiranje stereotipova i tagova</vt:lpstr>
      <vt:lpstr>Primena stereotipa na element modela</vt:lpstr>
      <vt:lpstr>Primer</vt:lpstr>
      <vt:lpstr>Linkovi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Metodologije brzog razvoja softvera Vežbe br. 4 – Rad sa stereotipovima (openapi)</dc:title>
  <dc:creator>Gordana Milosavljevic</dc:creator>
  <cp:lastModifiedBy>N. Todorović</cp:lastModifiedBy>
  <cp:revision>1</cp:revision>
  <dcterms:created xsi:type="dcterms:W3CDTF">2010-11-14T20:09:09Z</dcterms:created>
  <dcterms:modified xsi:type="dcterms:W3CDTF">2022-12-05T08:42:24Z</dcterms:modified>
</cp:coreProperties>
</file>