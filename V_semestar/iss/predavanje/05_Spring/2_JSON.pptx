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75" r:id="rId3"/>
    <p:sldId id="276" r:id="rId4"/>
    <p:sldId id="277" r:id="rId5"/>
    <p:sldId id="278" r:id="rId6"/>
    <p:sldId id="279" r:id="rId7"/>
    <p:sldId id="269" r:id="rId8"/>
    <p:sldId id="270" r:id="rId9"/>
    <p:sldId id="271" r:id="rId10"/>
    <p:sldId id="281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3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C2BA1B3-4B66-BD1C-2F9C-CDA11D2756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FFCDE64-3236-6D6B-7793-50F7569066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35EDECE-247B-0C1C-2F1C-99307CA7762B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06B9D296-406F-A200-75CA-949723547A3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3C2F6A14-BF5D-EF90-1F3B-C97D489FE38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DB9CB898-6BD1-C62B-760C-B17AB6E445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C9C6324-F22D-48C2-858E-AE70DDA42D7A}" type="slidenum">
              <a:rPr lang="en-US" altLang="sr-Latn-RS"/>
              <a:pPr>
                <a:defRPr/>
              </a:pPr>
              <a:t>‹#›</a:t>
            </a:fld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5DC176-2CE5-2AAC-7A8E-9A449D4577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AFCE90-A445-B672-06FC-093169E663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B8AC78B-6B07-E0E3-694B-90C950C9ED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CB37CB-3CBF-4204-8C66-72F25E968D2F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19120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86ACFB-6160-DFCD-0609-F4EA5761359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300788" y="6237288"/>
            <a:ext cx="2374900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40DF461E-D384-451F-B04D-6A32B588BEFD}" type="slidenum">
              <a:rPr lang="sr-Latn-RS" altLang="sr-Latn-RS" smtClean="0"/>
              <a:pPr algn="r" eaLnBrk="1" hangingPunct="1">
                <a:defRPr/>
              </a:pPr>
              <a:t>‹#›</a:t>
            </a:fld>
            <a:r>
              <a:rPr lang="sr-Latn-RS" altLang="sr-Latn-RS"/>
              <a:t>/10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E3823-5487-E600-7187-3E176139FC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343DF-5DC5-EE45-3A25-631B31EBAD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09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10BC9DB-C4A3-D81C-4E15-7F0CF7E4D7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2BFCBD-9219-C2DE-531F-CADE006FEB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ECD9E7-1AD0-5F59-5BBC-7A08643522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A3DAF4-848D-4274-B063-112753CE6BC6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08841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6B3167-EFF6-1369-A5A3-62A659248C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EDBE52-D271-0091-C1C0-2B14A5D261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CF679F-AF67-0ED0-2ABA-018BC4AD94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C444B-89D1-4564-962C-9F782FC1FC1C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87396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7AE806C-B8BD-C33E-0FBC-8A3B20536E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D26CA8B-5285-BAFC-58E6-1C31CA8F80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00136C3-5685-0DB4-0FF9-D10228C760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679E24-9428-48D9-9D62-6A2DAB34FEDE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105116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8EA435C-975C-9B05-EEC1-5FBE0C76E6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A2E3484-9CFE-5490-DD09-6E7437B8E9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752EAC0-D9C2-1F21-931C-3D9CAC3CAE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8D01B-8118-48FD-B60A-4DC7EE47ED35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583113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C7EF0B9-54EF-67CF-F75D-049375D14C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930BD8A-B52F-05AF-6796-2D07BCADCF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02FC698-43A1-D278-D5B8-30382F4386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B24AD-63C7-4128-8184-D9C6FCA78374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663672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F72EA4-6B17-BB29-55BC-78B82ECA16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82EAE6-DB71-18AB-7C3F-3FC62BD084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9B2A7F-8E91-3073-E99C-019A66C7B6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0425A5-B3F8-4187-B603-EE12264D6505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97444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44B33D-C128-77BE-78C3-FF569F3B52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B8DBCF-114A-372E-F7E5-C08E7602B7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C48C2-4CC3-3AF7-1F47-E37F67E483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F9AE9A-A6C6-4CEA-9AC9-BBFC70555C04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897819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4FBE62-1A06-784A-3CAC-3EC06B70CE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530DCD-D152-0179-2C23-7089B8BF7E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A1E1EB-72BD-D1BE-AC1F-5C473B652E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66645-DD62-4BC1-AA2D-F1F451388678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766388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50FB81-9924-6490-63FC-D8238E103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31BEBCA-FA49-51B4-C96E-1C1349149E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E90891-5C86-1272-6009-72CB1FED71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8AAE0-DAB4-4F05-9089-D11149B8C83D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/34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887240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2967BE-402B-49BD-BCF4-99C1CD4817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6362F6A-4AFB-681F-8E91-AF65AE11B9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text styles</a:t>
            </a:r>
          </a:p>
          <a:p>
            <a:pPr lvl="1"/>
            <a:r>
              <a:rPr lang="en-US" altLang="sr-Latn-RS"/>
              <a:t>Second level</a:t>
            </a:r>
          </a:p>
          <a:p>
            <a:pPr lvl="2"/>
            <a:r>
              <a:rPr lang="en-US" altLang="sr-Latn-RS"/>
              <a:t>Third level</a:t>
            </a:r>
          </a:p>
          <a:p>
            <a:pPr lvl="3"/>
            <a:r>
              <a:rPr lang="en-US" altLang="sr-Latn-RS"/>
              <a:t>Fourth level</a:t>
            </a:r>
          </a:p>
          <a:p>
            <a:pPr lvl="4"/>
            <a:r>
              <a:rPr lang="en-US" altLang="sr-Latn-R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E86D882-F451-2574-4779-1A76761FB07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5F19365-1874-95E2-BDDF-F0E0EE76F1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82DCA2-0771-32B6-DED8-DCB69DB1E39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68380F1-CB49-4DE6-BDEF-2583E9EFA73A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/34</a:t>
            </a:r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6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84D45D5-7D44-2F5F-3E07-F4A65689F4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Inženjerstvo Serverskog Sloja</a:t>
            </a:r>
            <a:br>
              <a:rPr lang="sr-Latn-CS" altLang="sr-Latn-RS"/>
            </a:br>
            <a:r>
              <a:rPr lang="sr-Latn-CS" altLang="sr-Latn-RS" sz="2800"/>
              <a:t>prof. dr Milan Vidaković</a:t>
            </a:r>
            <a:endParaRPr lang="en-US" altLang="sr-Latn-R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DFD3CA7-5090-C988-BDC1-D492E3BAD99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4FE7CB1B-531B-9573-4C16-34943EDAD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JSON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9ADAF461-A41F-9664-400D-D13F169B19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JavaScript Object Notation</a:t>
            </a:r>
          </a:p>
          <a:p>
            <a:r>
              <a:rPr lang="pl-PL" altLang="sr-Latn-RS"/>
              <a:t>Jednostavan format za razmenu podataka predstavljenih pomoću teksta</a:t>
            </a:r>
          </a:p>
          <a:p>
            <a:r>
              <a:rPr lang="fi-FI" altLang="sr-Latn-RS"/>
              <a:t>Nezavistan od konkretnih tehnologija sa kojima se koristi</a:t>
            </a:r>
          </a:p>
          <a:p>
            <a:r>
              <a:rPr lang="sr-Latn-RS" altLang="sr-Latn-RS"/>
              <a:t>Lako se razume</a:t>
            </a:r>
          </a:p>
          <a:p>
            <a:r>
              <a:rPr lang="sr-Latn-RS" altLang="sr-Latn-RS"/>
              <a:t>Sintaktički identičan kodu za kreiranje objekata u JavaScript-u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59D337A-3D67-E3CA-34D0-1618EBF2D2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JSON sintaksa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4A72904E-84F1-EB39-17E5-E43F810B52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Nizovi ili kolekcije su predstavljene simbolom '['</a:t>
            </a:r>
          </a:p>
          <a:p>
            <a:r>
              <a:rPr lang="sr-Latn-RS" altLang="sr-Latn-RS"/>
              <a:t>Stringovi su pod navodnicima, primitivni tipovi nisu</a:t>
            </a:r>
          </a:p>
          <a:p>
            <a:r>
              <a:rPr lang="sr-Latn-RS" altLang="sr-Latn-RS"/>
              <a:t>Vitičastim zagradama obeležavamo blok ili strukturu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9AE5F8F-1923-569F-E498-94C351204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JSON sintaksa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8847F6A9-508F-4C53-3B95-3C7830B9B9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600200"/>
            <a:ext cx="8642350" cy="4525963"/>
          </a:xfrm>
        </p:spPr>
        <p:txBody>
          <a:bodyPr/>
          <a:lstStyle/>
          <a:p>
            <a:r>
              <a:rPr lang="sr-Latn-RS" altLang="sr-Latn-RS" sz="2800"/>
              <a:t>Podaci su predstavljeni kao parovi </a:t>
            </a:r>
            <a:r>
              <a:rPr lang="sr-Latn-RS" altLang="sr-Latn-RS" sz="2800" b="1"/>
              <a:t>ključ:vrednost</a:t>
            </a:r>
          </a:p>
          <a:p>
            <a:r>
              <a:rPr lang="sr-Latn-RS" altLang="sr-Latn-RS" sz="2800"/>
              <a:t>Podaci su odvojeni zarezima</a:t>
            </a:r>
          </a:p>
          <a:p>
            <a:r>
              <a:rPr lang="sr-Latn-RS" altLang="sr-Latn-RS" sz="2800"/>
              <a:t>Podaci mogu biti:</a:t>
            </a:r>
          </a:p>
          <a:p>
            <a:pPr lvl="1"/>
            <a:r>
              <a:rPr lang="sr-Latn-RS" altLang="sr-Latn-RS" sz="2400"/>
              <a:t>Brojevi (celi ili realni)</a:t>
            </a:r>
          </a:p>
          <a:p>
            <a:pPr lvl="1"/>
            <a:r>
              <a:rPr lang="sr-Latn-RS" altLang="sr-Latn-RS" sz="2400"/>
              <a:t>Stringovi (pod navodnicima)</a:t>
            </a:r>
          </a:p>
          <a:p>
            <a:pPr lvl="1"/>
            <a:r>
              <a:rPr lang="it-IT" altLang="sr-Latn-RS" sz="2400"/>
              <a:t>Boolean vrednosti (true ili false)</a:t>
            </a:r>
          </a:p>
          <a:p>
            <a:pPr lvl="1"/>
            <a:r>
              <a:rPr lang="sr-Latn-RS" altLang="sr-Latn-RS" sz="2400"/>
              <a:t>Nizovi ili kolekcije (u uglastim zagradama)</a:t>
            </a:r>
          </a:p>
          <a:p>
            <a:pPr lvl="1"/>
            <a:r>
              <a:rPr lang="sr-Latn-RS" altLang="sr-Latn-RS" sz="2400"/>
              <a:t>Objekti (u vitičastim zagradama)</a:t>
            </a:r>
          </a:p>
          <a:p>
            <a:pPr lvl="1"/>
            <a:r>
              <a:rPr lang="sr-Latn-RS" altLang="sr-Latn-RS" sz="2400"/>
              <a:t>null</a:t>
            </a:r>
          </a:p>
          <a:p>
            <a:endParaRPr lang="sr-Latn-RS" altLang="sr-Latn-R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538D5141-F2B0-B104-888E-887256DC3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JSON - Primer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3545A0F7-6A96-B961-17AD-E41BF19F8D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600200"/>
            <a:ext cx="8713788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"studenti": [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t-IT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{ “id”:1, "ime":"Pera" , "prezime":"Perić",</a:t>
            </a:r>
            <a:b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it-IT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“email”:”pera@gmail.com” },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t-IT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{ “id”:2, "ime":"Steva" , </a:t>
            </a:r>
            <a:b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t-IT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"prezime":"Stević", “email”:null },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{ “id”:3, "ime":"Jova" , "prezima":"Jović",</a:t>
            </a:r>
            <a:b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“email”:”jova@gmail.com”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A199C02-703C-A199-BB1B-36DB2056E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sr-Latn-RS" altLang="sr-Latn-RS"/>
              <a:t>JSON - Primer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69A9153C-70A6-39AE-D179-7E3A87027D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513"/>
            <a:ext cx="8229600" cy="56896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"firstName": "John",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"lastName": "Smith",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"age": 25,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"address": {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"streetAddress": "21 2nd Street",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"city": "New York",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"state": "NY",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"postalCode": 10021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},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"phoneNumbers": [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 { "type": "home", "number": "212 555-1234" },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 { "type": "fax", "number": "646 555-4567" }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]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0FF29859-9908-CEBB-FE6E-B74279725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JSON u Javi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A2E27D81-640B-C7EA-E511-D6A5E13B14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Biblioteka </a:t>
            </a:r>
            <a:r>
              <a:rPr lang="sr-Latn-RS" altLang="sr-Latn-RS" b="1"/>
              <a:t>Jackson</a:t>
            </a:r>
            <a:r>
              <a:rPr lang="sr-Latn-RS" altLang="sr-Latn-RS"/>
              <a:t> radi mapiranje </a:t>
            </a:r>
            <a:br>
              <a:rPr lang="sr-Latn-RS" altLang="sr-Latn-RS"/>
            </a:br>
            <a:r>
              <a:rPr lang="sr-Latn-RS" altLang="sr-Latn-RS"/>
              <a:t>Java &lt;-&gt;JSON u oba smera</a:t>
            </a:r>
          </a:p>
          <a:p>
            <a:r>
              <a:rPr lang="sr-Latn-RS" altLang="sr-Latn-RS"/>
              <a:t>Potrebno je ubaciti u classpath jackson*.jar datoteke</a:t>
            </a:r>
          </a:p>
          <a:p>
            <a:r>
              <a:rPr lang="sr-Latn-RS" altLang="sr-Latn-RS"/>
              <a:t>Ključna klasa ove biblioteke je 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ObjectMapper</a:t>
            </a:r>
          </a:p>
          <a:p>
            <a:pPr lvl="1"/>
            <a:r>
              <a:rPr lang="sr-Latn-RS" altLang="sr-Latn-RS"/>
              <a:t>dve metode: </a:t>
            </a:r>
            <a:r>
              <a:rPr lang="sr-Latn-RS" altLang="sr-Latn-RS" b="1"/>
              <a:t>readValue</a:t>
            </a:r>
            <a:r>
              <a:rPr lang="sr-Latn-RS" altLang="sr-Latn-RS"/>
              <a:t> i </a:t>
            </a:r>
            <a:r>
              <a:rPr lang="sr-Latn-RS" altLang="sr-Latn-RS" b="1"/>
              <a:t>writeValueAsString</a:t>
            </a:r>
            <a:endParaRPr lang="sr-Latn-R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sr-Latn-RS" altLang="sr-Latn-R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D16E3517-13B6-A8A8-3EDD-1D71020619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JSON </a:t>
            </a:r>
            <a:r>
              <a:rPr lang="sr-Latn-RS" altLang="sr-Latn-RS">
                <a:sym typeface="Wingdings" panose="05000000000000000000" pitchFamily="2" charset="2"/>
              </a:rPr>
              <a:t> Java</a:t>
            </a:r>
            <a:endParaRPr lang="sr-Latn-RS" altLang="sr-Latn-RS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0BD40DB9-CAC5-CE4D-8AB2-2E641ADAF5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String jsonStr = "...";</a:t>
            </a:r>
            <a:endParaRPr lang="en-U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ObjectMapper mapper = new ObjectMapper();</a:t>
            </a:r>
          </a:p>
          <a:p>
            <a:pPr marL="0" indent="0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Article a = mapper.readValue(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jsonStr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, Article.class);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9AA8F1D0-E259-5682-23A1-6F73186830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Java </a:t>
            </a:r>
            <a:r>
              <a:rPr lang="sr-Latn-RS" altLang="sr-Latn-RS">
                <a:sym typeface="Wingdings" panose="05000000000000000000" pitchFamily="2" charset="2"/>
              </a:rPr>
              <a:t> JSON</a:t>
            </a:r>
            <a:endParaRPr lang="sr-Latn-RS" altLang="sr-Latn-RS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2C20BEC9-6B7C-8D3D-A263-FA1C7AC752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600200"/>
            <a:ext cx="8569325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List&lt;Article&gt; articles = ...;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ObjectMapper mapper = new ObjectMapper();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String sArticles = mapper.</a:t>
            </a:r>
            <a:r>
              <a:rPr lang="sr-Latn-RS" altLang="sr-Latn-RS" sz="2400" b="1" u="sng">
                <a:latin typeface="Courier New" panose="02070309020205020404" pitchFamily="49" charset="0"/>
                <a:cs typeface="Courier New" panose="02070309020205020404" pitchFamily="49" charset="0"/>
              </a:rPr>
              <a:t>writeValueAsString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(articles);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B55875D8-3A20-746F-C633-901011B5E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Alternativna JSON biblioteka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9F741200-E53B-2F31-F449-8FD65DE3FB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Gson</a:t>
            </a:r>
          </a:p>
          <a:p>
            <a:pPr lvl="1"/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g.fromJson(string, Klasa.class);</a:t>
            </a:r>
          </a:p>
          <a:p>
            <a:pPr lvl="1"/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g.toJson(objekat);</a:t>
            </a:r>
          </a:p>
          <a:p>
            <a:pPr lvl="1"/>
            <a:endParaRPr lang="sr-Latn-RS" altLang="sr-Latn-R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413</Words>
  <Application>Microsoft Office PowerPoint</Application>
  <PresentationFormat>On-screen Show (4:3)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Wingdings</vt:lpstr>
      <vt:lpstr>Default Design</vt:lpstr>
      <vt:lpstr>Inženjerstvo Serverskog Sloja prof. dr Milan Vidaković</vt:lpstr>
      <vt:lpstr>JSON</vt:lpstr>
      <vt:lpstr>JSON sintaksa</vt:lpstr>
      <vt:lpstr>JSON sintaksa</vt:lpstr>
      <vt:lpstr>JSON - Primer</vt:lpstr>
      <vt:lpstr>JSON - Primer</vt:lpstr>
      <vt:lpstr>JSON u Javi</vt:lpstr>
      <vt:lpstr>JSON  Java</vt:lpstr>
      <vt:lpstr>Java  JSON</vt:lpstr>
      <vt:lpstr>Alternativna JSON biblioteka</vt:lpstr>
    </vt:vector>
  </TitlesOfParts>
  <Company>asdf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dizajn</dc:title>
  <dc:creator>asdf asdf</dc:creator>
  <cp:lastModifiedBy>Milan Vidaković</cp:lastModifiedBy>
  <cp:revision>154</cp:revision>
  <dcterms:created xsi:type="dcterms:W3CDTF">2008-08-01T16:17:09Z</dcterms:created>
  <dcterms:modified xsi:type="dcterms:W3CDTF">2022-10-22T19:55:08Z</dcterms:modified>
</cp:coreProperties>
</file>